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8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85"/>
                </a:solidFill>
                <a:latin typeface="Arial"/>
              </a:rPr>
              <a:t>相對熱度指數（0-100，示意）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網站 A</c:v>
                </c:pt>
              </c:strCache>
            </c:strRef>
          </c:tx>
          <c:spPr>
            <a:solidFill>
              <a:srgbClr val="3987E5"/>
            </a:solidFill>
            <a:ln w="38100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68</c:v>
                </c:pt>
                <c:pt idx="2">
                  <c:v>74</c:v>
                </c:pt>
                <c:pt idx="3">
                  <c:v>80</c:v>
                </c:pt>
                <c:pt idx="4">
                  <c:v>88</c:v>
                </c:pt>
                <c:pt idx="5">
                  <c:v>95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網站 B</c:v>
                </c:pt>
              </c:strCache>
            </c:strRef>
          </c:tx>
          <c:spPr>
            <a:solidFill>
              <a:srgbClr val="D95926"/>
            </a:solidFill>
            <a:ln w="38100" cap="flat">
              <a:solidFill>
                <a:srgbClr val="D959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95926"/>
              </a:solidFill>
              <a:ln w="9525" cap="flat">
                <a:solidFill>
                  <a:srgbClr val="D959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34</c:v>
                </c:pt>
                <c:pt idx="2">
                  <c:v>33</c:v>
                </c:pt>
                <c:pt idx="3">
                  <c:v>38</c:v>
                </c:pt>
                <c:pt idx="4">
                  <c:v>41</c:v>
                </c:pt>
                <c:pt idx="5">
                  <c:v>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A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3840480" cy="3840480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3987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9052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961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C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操作手冊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網站流量排名比較工具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C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輸入幾個網站，讓 AI 幫你估算誰比較熱門，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C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再用一張折線圖看懂差異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457200" cy="4572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m255525.github.io/traffic-rank-estimator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製作：Mark Tsai（蔡豐全）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這個工具在做什麼？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三個步驟，讓 AI 幫你比較不同網站的熱門程度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4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468880"/>
            <a:ext cx="1097280" cy="109728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263347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輸入網站清單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05840" y="4343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打上你想比較的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網站名稱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3515868"/>
            <a:ext cx="32918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160520" y="1965960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4F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0" y="2468880"/>
            <a:ext cx="1097280" cy="109728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633472"/>
            <a:ext cx="768096" cy="7680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4340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估算熱度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4343400" y="4343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依它所知道的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資訊做出判斷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3515868"/>
            <a:ext cx="329184" cy="32918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98080" y="1965960"/>
            <a:ext cx="28346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4F">
                <a:alpha val="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366760" y="2468880"/>
            <a:ext cx="1097280" cy="109728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633472"/>
            <a:ext cx="768096" cy="7680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68096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看懂折線圖</a:t>
            </a:r>
            <a:endParaRPr lang="en-US" sz="1850" dirty="0"/>
          </a:p>
        </p:txBody>
      </p:sp>
      <p:sp>
        <p:nvSpPr>
          <p:cNvPr id="20" name="Text 13"/>
          <p:cNvSpPr/>
          <p:nvPr/>
        </p:nvSpPr>
        <p:spPr>
          <a:xfrm>
            <a:off x="7680960" y="4343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一眼看出誰比較</a:t>
            </a:r>
            <a:endParaRPr lang="en-US" sz="14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熱門、誰在成長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22960" y="5623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整個過程都在你的瀏覽器裡完成，不需要安裝任何東西。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043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2286000"/>
            <a:ext cx="1645920" cy="1645920"/>
          </a:xfrm>
          <a:prstGeom prst="ellipse">
            <a:avLst/>
          </a:prstGeom>
          <a:solidFill>
            <a:srgbClr val="C985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507" y="2549347"/>
            <a:ext cx="1119226" cy="11192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206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先看這一頁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4709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最重要的一件事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663440" y="8229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這是「AI 用猜的」，不是真的流量數字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663440" y="169164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折線圖跟排名，都是 AI 根據自己「知道」的資訊去推測出來的，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並不是真的連到 SimilarWeb 這類專業工具查出來的正確數字。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63440" y="2880360"/>
            <a:ext cx="6766560" cy="1417320"/>
          </a:xfrm>
          <a:prstGeom prst="rect">
            <a:avLst/>
          </a:prstGeom>
          <a:solidFill>
            <a:srgbClr val="FFF4E0"/>
          </a:solidFill>
          <a:ln w="12700">
            <a:solidFill>
              <a:srgbClr val="F0D9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880360"/>
            <a:ext cx="82296" cy="1417320"/>
          </a:xfrm>
          <a:prstGeom prst="rect">
            <a:avLst/>
          </a:prstGeom>
          <a:solidFill>
            <a:srgbClr val="C98500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3035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5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小提醒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333756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可以把它想成「一位很懂產業的朋友憑印象幫你猜」——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拿來當參考很有用，但不要拿來做真正的商業決定。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663440" y="46177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而且估算的資料只算到「現在往前推 3 個月」，因為太新的事情，AI 也不一定知道。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開始之前：準備一組 AI 金鑰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這個工具本身沒有內建 AI，需要你自己接上一家 AI 服務才能使用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" cy="68580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92808"/>
            <a:ext cx="466344" cy="466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什麼是「AI 金鑰」？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194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就像申請一組通行密碼，讓這個工具可以連到 AI 服務幫你做估算。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2331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76200" dist="25400" dir="5400000">
              <a:srgbClr val="1B2C4F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40180" y="3337560"/>
            <a:ext cx="731520" cy="731520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0" name="Text 7"/>
          <p:cNvSpPr/>
          <p:nvPr/>
        </p:nvSpPr>
        <p:spPr>
          <a:xfrm>
            <a:off x="144018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1520" y="4206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27832" y="3063240"/>
            <a:ext cx="2331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76200" dist="25400" dir="5400000">
              <a:srgbClr val="1B2C4F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027932" y="3337560"/>
            <a:ext cx="731520" cy="73152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4" name="Text 11"/>
          <p:cNvSpPr/>
          <p:nvPr/>
        </p:nvSpPr>
        <p:spPr>
          <a:xfrm>
            <a:off x="4027932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319272" y="4206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815584" y="3063240"/>
            <a:ext cx="2331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76200" dist="25400" dir="5400000">
              <a:srgbClr val="1B2C4F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15684" y="3337560"/>
            <a:ext cx="731520" cy="73152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8" name="Text 15"/>
          <p:cNvSpPr/>
          <p:nvPr/>
        </p:nvSpPr>
        <p:spPr>
          <a:xfrm>
            <a:off x="6615684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907024" y="4206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403336" y="3063240"/>
            <a:ext cx="2331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76200" dist="25400" dir="5400000">
              <a:srgbClr val="1B2C4F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03436" y="3337560"/>
            <a:ext cx="731520" cy="731520"/>
          </a:xfrm>
          <a:prstGeom prst="ellipse">
            <a:avLst/>
          </a:prstGeom>
          <a:solidFill>
            <a:srgbClr val="6D5BD0"/>
          </a:solidFill>
          <a:ln/>
        </p:spPr>
      </p:sp>
      <p:sp>
        <p:nvSpPr>
          <p:cNvPr id="22" name="Text 19"/>
          <p:cNvSpPr/>
          <p:nvPr/>
        </p:nvSpPr>
        <p:spPr>
          <a:xfrm>
            <a:off x="9203436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8494776" y="42062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四選一，申請其中一家的金鑰就可以開始使用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solidFill>
            <a:srgbClr val="DCE8FB"/>
          </a:solidFill>
          <a:ln/>
        </p:spPr>
      </p:sp>
      <p:sp>
        <p:nvSpPr>
          <p:cNvPr id="26" name="Shape 23"/>
          <p:cNvSpPr/>
          <p:nvPr/>
        </p:nvSpPr>
        <p:spPr>
          <a:xfrm>
            <a:off x="822960" y="5632704"/>
            <a:ext cx="457200" cy="457200"/>
          </a:xfrm>
          <a:prstGeom prst="ellipse">
            <a:avLst/>
          </a:prstGeom>
          <a:solidFill>
            <a:srgbClr val="3987E5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5701284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17320" y="56235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放心：這組金鑰只會存在你自己的瀏覽器裡，不會經過我們的任何伺服器。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60120" cy="960120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5943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輸入想比較的網站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828800" y="11430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一行一個，或用逗號分開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965960" cy="196596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2443734"/>
            <a:ext cx="1376172" cy="13761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80360" y="2478024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225856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把想比較的網站名稱或網址貼進輸入框，例如：Amazon、蝦皮購物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2880360" y="3319272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309981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最多可以同時比較 8 個網站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2880360" y="4160520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3941064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不知道要打什麼？點一下「快速範例」直接帶入現成的清單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828800" y="5020056"/>
            <a:ext cx="9418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28800" y="5020056"/>
            <a:ext cx="73152" cy="123444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16" name="Text 13"/>
          <p:cNvSpPr/>
          <p:nvPr/>
        </p:nvSpPr>
        <p:spPr>
          <a:xfrm>
            <a:off x="2148840" y="5202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小提醒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148840" y="5550408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想不出好例子嗎？範例涵蓋電商、影音、社群、搜尋引擎四種類型，點一下就能體驗看看。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60120" cy="960120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5943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設定比較期間與地區排名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828800" y="11430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決定要看多長的時間、要不要看某個地區的排名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965960" cy="196596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2443734"/>
            <a:ext cx="1376172" cy="13761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80360" y="2478024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225856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「比較期間」可以選近 6 個月到近 10 年，時間拉長會自動改用「季」或「年」呈現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2880360" y="3319272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309981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「地區排名」可以選台灣、美國、日本等地區（不選也可以，預設看全球排名）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2880360" y="4160520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3941064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這兩個都會影響 AI 幫你估算的內容，選好之後再往下一步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828800" y="5020056"/>
            <a:ext cx="9418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28800" y="5020056"/>
            <a:ext cx="73152" cy="123444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16" name="Text 13"/>
          <p:cNvSpPr/>
          <p:nvPr/>
        </p:nvSpPr>
        <p:spPr>
          <a:xfrm>
            <a:off x="2148840" y="5202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小提醒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148840" y="5550408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為了讓估算更準，AI 只會估算到「現在往前推 3 個月」為止，不含最近 3 個月的資料。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60120" cy="960120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5943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填好金鑰，按下開始比較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828800" y="11430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開始幫你分析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965960" cy="196596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2443734"/>
            <a:ext cx="1376172" cy="13761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80360" y="2478024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225856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展開「AI 估算設定」，選一家服務商並貼上你的金鑰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2880360" y="3319272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309981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按下「📊 開始比較」，稍等幾秒鐘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2880360" y="4160520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3941064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如果暫時連線不順利，工具會自動重新嘗試幾次，不用自己手動重按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828800" y="5020056"/>
            <a:ext cx="9418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28800" y="5020056"/>
            <a:ext cx="73152" cy="123444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16" name="Text 13"/>
          <p:cNvSpPr/>
          <p:nvPr/>
        </p:nvSpPr>
        <p:spPr>
          <a:xfrm>
            <a:off x="2148840" y="5202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小提醒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148840" y="5550408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沒填金鑰就按下去會提醒你——這個工具沒有「不用金鑰」的簡易模式喔。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60120" cy="960120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56692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結果怎麼看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10972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一張折線圖，加上每個網站的排名小卡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74520"/>
          <a:ext cx="5852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874520"/>
            <a:ext cx="4663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0" y="1874520"/>
            <a:ext cx="73152" cy="155448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0" y="2121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全球排名估計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254203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約前 500 名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858000" y="3703320"/>
            <a:ext cx="4663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3703320"/>
            <a:ext cx="73152" cy="155448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39502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地區排名估計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37083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台灣約前 20 名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858000" y="54406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兩個排名數字都是「大概的量級」，不是精確的名次——AI 不會假裝自己知道確切數字。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55321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如果某個網站的資料出問題，工具只會跳過那一個，不會整份都失敗。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60120" cy="960120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5943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還可以繼續問 AI 問題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828800" y="11430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看完結果，直接在下面聊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965960" cy="196596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2443734"/>
            <a:ext cx="1376172" cy="13761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80360" y="2478024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0" y="225856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比較完成後，下方會出現一個小聊天框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2880360" y="3319272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309981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可以直接問「為什麼A比B高？」「最近趨勢如何？」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2880360" y="4160520"/>
            <a:ext cx="146304" cy="146304"/>
          </a:xfrm>
          <a:prstGeom prst="ellipse">
            <a:avLst/>
          </a:prstGeom>
          <a:solidFill>
            <a:srgbClr val="3987E5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3941064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會記得剛剛的比較結果，不用重新解釋一次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828800" y="5020056"/>
            <a:ext cx="9418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28800" y="5020056"/>
            <a:ext cx="73152" cy="123444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16" name="Text 13"/>
          <p:cNvSpPr/>
          <p:nvPr/>
        </p:nvSpPr>
        <p:spPr>
          <a:xfrm>
            <a:off x="2148840" y="5202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F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小提醒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148840" y="5550408"/>
            <a:ext cx="8778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換一批網站重新比較時，之前的問答紀錄會清空重新開始。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60120" cy="960120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566928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下載截圖，或直接分享出去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10972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把整份結果存成一張圖片，方便交作業或傳給別人看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2148840"/>
            <a:ext cx="4663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148840"/>
            <a:ext cx="73152" cy="228600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下載截圖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148840" y="30632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把整份比較結果存成一張 PNG 圖片，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直接存到你的裝置裡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12280" y="2148840"/>
            <a:ext cx="4663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2148840"/>
            <a:ext cx="73152" cy="228600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分享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132320" y="30632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手機會直接跳出系統分享選單，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可以馬上傳到 LINE、Email 等地方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828800" y="4709160"/>
            <a:ext cx="9646920" cy="1417320"/>
          </a:xfrm>
          <a:prstGeom prst="rect">
            <a:avLst/>
          </a:prstGeom>
          <a:solidFill>
            <a:srgbClr val="DCE8FB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4919472"/>
            <a:ext cx="640080" cy="640080"/>
          </a:xfrm>
          <a:prstGeom prst="ellipse">
            <a:avLst/>
          </a:prstGeom>
          <a:solidFill>
            <a:srgbClr val="3987E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412" y="5015484"/>
            <a:ext cx="448056" cy="4480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880360" y="48188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截圖裡會自動帶上「姓名、組別、系所、學號」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880360" y="519379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這些欄位在輸入頁最下方，選填即可；按下下載的當下，還會自動蓋上下載時間，方便老師或組員辨識。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貼心小功能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讓工具用起來更順手的幾個小地方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75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4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0220" y="2468880"/>
            <a:ext cx="1097280" cy="109728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812" y="2633472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換個底色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14400" y="434340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右上角 4 個色塊可以切換主題，深色、淺色都有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3375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4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17820" y="2468880"/>
            <a:ext cx="1097280" cy="109728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412" y="2633472"/>
            <a:ext cx="768096" cy="7680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頂部公告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4572000" y="434340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頁面最上方的跑馬燈會顯示最新消息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375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C4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075420" y="2468880"/>
            <a:ext cx="1097280" cy="1097280"/>
          </a:xfrm>
          <a:prstGeom prst="ellipse">
            <a:avLst/>
          </a:prstGeom>
          <a:solidFill>
            <a:srgbClr val="DCE8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012" y="2633472"/>
            <a:ext cx="768096" cy="7680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7947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621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手機也能用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8229600" y="4343400"/>
            <a:ext cx="2788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版面會自動適應手機螢幕，也能加到手機主畫面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網站流量排名比較工具．操作手冊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194560"/>
            <a:ext cx="5029200" cy="5029200"/>
          </a:xfrm>
          <a:prstGeom prst="ellipse">
            <a:avLst/>
          </a:prstGeom>
          <a:solidFill>
            <a:srgbClr val="1B2C4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C985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763524"/>
            <a:ext cx="576072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使用前，請記得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18488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估算結果是 AI 主觀猜測，不是真實流量數據，別拿來做正式商業決定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85416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21214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不要輸入真實個資、機密資料，或不希望被 AI 看到的內容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752344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26883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金鑰只存在你的瀏覽器裡，換一台電腦或清資料就會不見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319272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80160" y="32552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C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僅供教學、課程與個人使用，不能未經授權公開販售或商業化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822960" y="4160520"/>
            <a:ext cx="10515600" cy="0"/>
          </a:xfrm>
          <a:prstGeom prst="line">
            <a:avLst/>
          </a:prstGeom>
          <a:noFill/>
          <a:ln w="12700">
            <a:solidFill>
              <a:srgbClr val="2E4066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822960" y="4526280"/>
            <a:ext cx="731520" cy="731520"/>
          </a:xfrm>
          <a:prstGeom prst="ellipse">
            <a:avLst/>
          </a:prstGeom>
          <a:solidFill>
            <a:srgbClr val="3987E5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" y="4643323"/>
            <a:ext cx="497434" cy="49743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828800" y="455371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謝謝使用！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18288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Tsai（蔡豐全）｜tsaimark@gmail.com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182880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m255525.github.io/traffic-rank-estimator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1115568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網站流量排名比較工具 操作手冊</dc:title>
  <dc:subject>PptxGenJS Presentation</dc:subject>
  <dc:creator>Mark Tsai</dc:creator>
  <cp:lastModifiedBy>Mark Tsai</cp:lastModifiedBy>
  <cp:revision>1</cp:revision>
  <dcterms:created xsi:type="dcterms:W3CDTF">2026-09-08T09:18:01Z</dcterms:created>
  <dcterms:modified xsi:type="dcterms:W3CDTF">2026-09-08T09:18:01Z</dcterms:modified>
</cp:coreProperties>
</file>